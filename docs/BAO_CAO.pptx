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S Chicken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2C201C"/>
                </a:solidFill>
                <a:latin typeface="Arial"/>
              </a:defRPr>
            </a:pPr>
            <a:r>
              <a:t>Giòn ngon từng miếng,</a:t>
            </a:r>
          </a:p>
          <a:p>
            <a:pPr>
              <a:spcAft>
                <a:spcPts val="1200"/>
              </a:spcAft>
              <a:defRPr sz="3800" b="1">
                <a:solidFill>
                  <a:srgbClr val="2C201C"/>
                </a:solidFill>
                <a:latin typeface="Arial"/>
              </a:defRPr>
            </a:pPr>
            <a:r>
              <a:t>vui trọn từng phút!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Website 10 trang bằng HTML, CSS và JavaScript thuần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736458"/>
                </a:solidFill>
                <a:latin typeface="Arial"/>
              </a:defRPr>
            </a:pPr>
            <a:r>
              <a:t>Nhóm: __________     Lớp: __________</a:t>
            </a:r>
          </a:p>
          <a:p>
            <a:pPr>
              <a:spcAft>
                <a:spcPts val="1200"/>
              </a:spcAft>
              <a:defRPr sz="2000" b="0">
                <a:solidFill>
                  <a:srgbClr val="736458"/>
                </a:solidFill>
                <a:latin typeface="Arial"/>
              </a:defRPr>
            </a:pPr>
            <a:r>
              <a:t>Thành viên: ________________________</a:t>
            </a:r>
          </a:p>
        </p:txBody>
      </p:sp>
      <p:pic>
        <p:nvPicPr>
          <p:cNvPr id="9" name="Picture 8" descr="food-menu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Mục tiêu và phạm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Thiết kế website cho thương hiệu gà rán giả định.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Dễ chọn món, xem giá và thao tác với giỏ hàng.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Đối tượng: người trẻ, học sinh và sinh viên.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Đủ 10 trang; không framework, backend hoặc cơ sở dữ liệu.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Đăng nhập, gửi form và thanh toán đều là mô phỏng.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Công nghệ và cấu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HTML5: cấu trúc ngữ nghĩa và nội dung 10 trang.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CSS3: Grid/Flexbox, biến thiết kế, responsive, chuyển động.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JavaScript: DOM, sự kiện, URLSearchParams, localStorage.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VS Code + Live Server; không npm, không bước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CSS dùng chung: style.css nhập tokens.css và base.css.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10 trang, một hành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62828"/>
                </a:solidFill>
                <a:latin typeface="Arial"/>
              </a:defRPr>
            </a:pPr>
            <a:r>
              <a:t>Trang chủ → Thực đơn → Chi tiết món → Giỏ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Giới thiệu: câu chuyện và giá trị thương hiệu.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Tin tức / FAQ: đọc nội dung, mở rộng câu trả lời.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Liên hệ / Tuyển dụng: thông tin và biểu mẫu mô phỏng.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Đăng nhập / Đăng ký: kiểm tra dữ liệu người dùng nhập.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Hệ thống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560320" cy="914400"/>
          </a:xfrm>
          <a:prstGeom prst="rect">
            <a:avLst/>
          </a:prstGeom>
          <a:solidFill>
            <a:srgbClr val="C62828"/>
          </a:solidFill>
          <a:ln>
            <a:solidFill>
              <a:srgbClr val="736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C201C"/>
                </a:solidFill>
                <a:latin typeface="Arial"/>
              </a:defRPr>
            </a:pPr>
            <a:r>
              <a:t>Đỏ thương hiệu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554480"/>
            <a:ext cx="2560320" cy="914400"/>
          </a:xfrm>
          <a:prstGeom prst="rect">
            <a:avLst/>
          </a:prstGeom>
          <a:solidFill>
            <a:srgbClr val="FFB800"/>
          </a:solidFill>
          <a:ln>
            <a:solidFill>
              <a:srgbClr val="736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C201C"/>
                </a:solidFill>
                <a:latin typeface="Arial"/>
              </a:defRPr>
            </a:pPr>
            <a:r>
              <a:t>Vàng nhấn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2560320" cy="914400"/>
          </a:xfrm>
          <a:prstGeom prst="rect">
            <a:avLst/>
          </a:prstGeom>
          <a:solidFill>
            <a:srgbClr val="FFF8EF"/>
          </a:solidFill>
          <a:ln>
            <a:solidFill>
              <a:srgbClr val="736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C201C"/>
                </a:solidFill>
                <a:latin typeface="Arial"/>
              </a:defRPr>
            </a:pPr>
            <a:r>
              <a:t>Nền kem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1554480"/>
            <a:ext cx="2560320" cy="914400"/>
          </a:xfrm>
          <a:prstGeom prst="rect">
            <a:avLst/>
          </a:prstGeom>
          <a:solidFill>
            <a:srgbClr val="2C201C"/>
          </a:solidFill>
          <a:ln>
            <a:solidFill>
              <a:srgbClr val="736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C201C"/>
                </a:solidFill>
                <a:latin typeface="Arial"/>
              </a:defRPr>
            </a:pPr>
            <a:r>
              <a:t>Chữ đậm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Be Vietnam Pro cục bộ; Arial dự phòng; giấy phép SIL OFL.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Container 1280px, khoảng cách và kiểu nút nhất quán.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C201C"/>
                </a:solidFill>
                <a:latin typeface="Arial"/>
              </a:defRPr>
            </a:pPr>
            <a:r>
              <a:t>Logo SVG gốc; ảnh hiện có được ghi nguồn và tính minh họa.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Trang chủ sau thiết kế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after-index-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097" y="1463040"/>
            <a:ext cx="1224045" cy="4571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Ảnh món lớn</a:t>
            </a:r>
          </a:p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Tiêu đề rõ</a:t>
            </a:r>
          </a:p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Đặt hàng dễ thấy</a:t>
            </a:r>
          </a:p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Màu thương hiệu nhất quán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Thực đơn và chi tiết món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6" name="Picture 5" descr="after-products-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478" y="1508760"/>
            <a:ext cx="1541283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15 món / 5 nhóm</a:t>
            </a:r>
          </a:p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Lọc + tìm kiếm</a:t>
            </a:r>
          </a:p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Chi tiết theo ID</a:t>
            </a:r>
          </a:p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Số lượng 1–99</a:t>
            </a:r>
          </a:p>
          <a:p>
            <a:pPr>
              <a:spcAft>
                <a:spcPts val="1200"/>
              </a:spcAft>
              <a:defRPr sz="2200" b="0">
                <a:solidFill>
                  <a:srgbClr val="2C201C"/>
                </a:solidFill>
                <a:latin typeface="Arial"/>
              </a:defRPr>
            </a:pPr>
            <a:r>
              <a:t>Giữ giá món ban đầu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Giỏ hàng và localStorage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Chỉ lưu ID món và số lượng dưới khóa schicken-cart.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Tổng tiền = tổng đơn giá × số lượng, lấy giá từ products.js.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Ví dụ: 2 burger + 1 gà = 137.000 ₫.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Kiểm tra dữ liệu hỏng; giữ focus sau khi cập nhật DOM.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Thanh toán mô phỏng: mở dialog và xóa giỏ, không thu tiền.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Form, FAQ và trải nghiệm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6" name="Picture 5" descr="after-login-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776" y="1508760"/>
            <a:ext cx="368580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73736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C201C"/>
                </a:solidFill>
                <a:latin typeface="Arial"/>
              </a:defRPr>
            </a:pPr>
            <a:r>
              <a:t>Lỗi nhập liệu rõ ràng</a:t>
            </a:r>
          </a:p>
          <a:p>
            <a:pPr>
              <a:spcAft>
                <a:spcPts val="1200"/>
              </a:spcAft>
              <a:defRPr sz="2100" b="0">
                <a:solidFill>
                  <a:srgbClr val="2C201C"/>
                </a:solidFill>
                <a:latin typeface="Arial"/>
              </a:defRPr>
            </a:pPr>
            <a:r>
              <a:t>Không lưu mật khẩu</a:t>
            </a:r>
          </a:p>
          <a:p>
            <a:pPr>
              <a:spcAft>
                <a:spcPts val="1200"/>
              </a:spcAft>
              <a:defRPr sz="2100" b="0">
                <a:solidFill>
                  <a:srgbClr val="2C201C"/>
                </a:solidFill>
                <a:latin typeface="Arial"/>
              </a:defRPr>
            </a:pPr>
            <a:r>
              <a:t>Menu và FAQ trợ năng</a:t>
            </a:r>
          </a:p>
          <a:p>
            <a:pPr>
              <a:spcAft>
                <a:spcPts val="1200"/>
              </a:spcAft>
              <a:defRPr sz="2100" b="0">
                <a:solidFill>
                  <a:srgbClr val="2C201C"/>
                </a:solidFill>
                <a:latin typeface="Arial"/>
              </a:defRPr>
            </a:pPr>
            <a:r>
              <a:t>Điều khiển bằng Tab / Escape</a:t>
            </a:r>
          </a:p>
          <a:p>
            <a:pPr>
              <a:spcAft>
                <a:spcPts val="1200"/>
              </a:spcAft>
              <a:defRPr sz="2100" b="0">
                <a:solidFill>
                  <a:srgbClr val="2C201C"/>
                </a:solidFill>
                <a:latin typeface="Arial"/>
              </a:defRPr>
            </a:pPr>
            <a:r>
              <a:t>Giảm chuyển động theo thiết bị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C62828"/>
                </a:solidFill>
                <a:latin typeface="Arial"/>
              </a:defRPr>
            </a:pPr>
            <a:r>
              <a:t>Kiểm thử và hoàn thiện bài nộp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S Chicken  /  Thiết kế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73645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Đã chạy kiểm tra chức năng và giao diện bằng Chromium.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Kết quả từng lượt và việc còn lại: docs/KIEM_THU.md.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Cần thử thêm Chrome, Edge, Firefox và điện thoại thật.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Bản đồ ngoài và quyền riêng từng ảnh chưa được xác minh.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C201C"/>
                </a:solidFill>
                <a:latin typeface="Arial"/>
              </a:defRPr>
            </a:pPr>
            <a:r>
              <a:t>Điền thông tin nhóm, minh chứng và đánh giá thực tế vào Excel.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